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Raleway Bold" charset="1" panose="00000000000000000000"/>
      <p:regular r:id="rId16"/>
    </p:embeddedFont>
    <p:embeddedFont>
      <p:font typeface="Poppins" charset="1" panose="00000500000000000000"/>
      <p:regular r:id="rId17"/>
    </p:embeddedFont>
    <p:embeddedFont>
      <p:font typeface="Raleway" charset="1" panose="00000000000000000000"/>
      <p:regular r:id="rId18"/>
    </p:embeddedFont>
    <p:embeddedFont>
      <p:font typeface="Poppins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21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61869">
            <a:off x="5195483" y="-420790"/>
            <a:ext cx="7017248" cy="8390284"/>
            <a:chOff x="0" y="0"/>
            <a:chExt cx="8603361" cy="102867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-19567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4696968" y="2258568"/>
            <a:ext cx="7315200" cy="2798064"/>
          </a:xfrm>
          <a:custGeom>
            <a:avLst/>
            <a:gdLst/>
            <a:ahLst/>
            <a:cxnLst/>
            <a:rect r="r" b="b" t="t" l="l"/>
            <a:pathLst>
              <a:path h="2798064" w="7315200">
                <a:moveTo>
                  <a:pt x="0" y="0"/>
                </a:moveTo>
                <a:lnTo>
                  <a:pt x="7315200" y="0"/>
                </a:lnTo>
                <a:lnTo>
                  <a:pt x="7315200" y="2798064"/>
                </a:lnTo>
                <a:lnTo>
                  <a:pt x="0" y="279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31520" y="5140507"/>
            <a:ext cx="3268597" cy="771461"/>
            <a:chOff x="0" y="0"/>
            <a:chExt cx="1210592" cy="285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0592" cy="285726"/>
            </a:xfrm>
            <a:custGeom>
              <a:avLst/>
              <a:gdLst/>
              <a:ahLst/>
              <a:cxnLst/>
              <a:rect r="r" b="b" t="t" l="l"/>
              <a:pathLst>
                <a:path h="285726" w="1210592">
                  <a:moveTo>
                    <a:pt x="142863" y="0"/>
                  </a:moveTo>
                  <a:lnTo>
                    <a:pt x="1067728" y="0"/>
                  </a:lnTo>
                  <a:cubicBezTo>
                    <a:pt x="1146630" y="0"/>
                    <a:pt x="1210592" y="63962"/>
                    <a:pt x="1210592" y="142863"/>
                  </a:cubicBezTo>
                  <a:lnTo>
                    <a:pt x="1210592" y="142863"/>
                  </a:lnTo>
                  <a:cubicBezTo>
                    <a:pt x="1210592" y="180753"/>
                    <a:pt x="1195540" y="217091"/>
                    <a:pt x="1168748" y="243883"/>
                  </a:cubicBezTo>
                  <a:cubicBezTo>
                    <a:pt x="1141956" y="270675"/>
                    <a:pt x="1105618" y="285726"/>
                    <a:pt x="1067728" y="285726"/>
                  </a:cubicBezTo>
                  <a:lnTo>
                    <a:pt x="142863" y="285726"/>
                  </a:lnTo>
                  <a:cubicBezTo>
                    <a:pt x="104973" y="285726"/>
                    <a:pt x="68636" y="270675"/>
                    <a:pt x="41844" y="243883"/>
                  </a:cubicBezTo>
                  <a:cubicBezTo>
                    <a:pt x="15052" y="217091"/>
                    <a:pt x="0" y="180753"/>
                    <a:pt x="0" y="142863"/>
                  </a:cubicBezTo>
                  <a:lnTo>
                    <a:pt x="0" y="142863"/>
                  </a:lnTo>
                  <a:cubicBezTo>
                    <a:pt x="0" y="104973"/>
                    <a:pt x="15052" y="68636"/>
                    <a:pt x="41844" y="41844"/>
                  </a:cubicBezTo>
                  <a:cubicBezTo>
                    <a:pt x="68636" y="15052"/>
                    <a:pt x="104973" y="0"/>
                    <a:pt x="142863" y="0"/>
                  </a:cubicBez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10592" cy="314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624164" y="-981748"/>
            <a:ext cx="2204525" cy="2204525"/>
          </a:xfrm>
          <a:custGeom>
            <a:avLst/>
            <a:gdLst/>
            <a:ahLst/>
            <a:cxnLst/>
            <a:rect r="r" b="b" t="t" l="l"/>
            <a:pathLst>
              <a:path h="2204525" w="2204525">
                <a:moveTo>
                  <a:pt x="0" y="0"/>
                </a:moveTo>
                <a:lnTo>
                  <a:pt x="2204525" y="0"/>
                </a:lnTo>
                <a:lnTo>
                  <a:pt x="2204525" y="2204525"/>
                </a:lnTo>
                <a:lnTo>
                  <a:pt x="0" y="2204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1520" y="2339145"/>
            <a:ext cx="5290911" cy="213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28"/>
              </a:lnSpc>
            </a:pPr>
            <a:r>
              <a:rPr lang="en-US" b="true" sz="8228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BUSINESS REPORT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9303" y="1156102"/>
            <a:ext cx="4102742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Created by Aldenaire &amp; Partners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9303" y="5280493"/>
            <a:ext cx="3200814" cy="42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January 01, 2025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851955" y="6092943"/>
            <a:ext cx="2204525" cy="2204525"/>
          </a:xfrm>
          <a:custGeom>
            <a:avLst/>
            <a:gdLst/>
            <a:ahLst/>
            <a:cxnLst/>
            <a:rect r="r" b="b" t="t" l="l"/>
            <a:pathLst>
              <a:path h="2204525" w="2204525">
                <a:moveTo>
                  <a:pt x="0" y="0"/>
                </a:moveTo>
                <a:lnTo>
                  <a:pt x="2204525" y="0"/>
                </a:lnTo>
                <a:lnTo>
                  <a:pt x="2204525" y="2204525"/>
                </a:lnTo>
                <a:lnTo>
                  <a:pt x="0" y="22045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61869">
            <a:off x="5688057" y="-402287"/>
            <a:ext cx="7017248" cy="8390284"/>
            <a:chOff x="0" y="0"/>
            <a:chExt cx="8603361" cy="1028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2"/>
              <a:stretch>
                <a:fillRect l="0" t="-2271" r="0" b="-2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4881060" y="2258568"/>
            <a:ext cx="7315200" cy="2798064"/>
          </a:xfrm>
          <a:custGeom>
            <a:avLst/>
            <a:gdLst/>
            <a:ahLst/>
            <a:cxnLst/>
            <a:rect r="r" b="b" t="t" l="l"/>
            <a:pathLst>
              <a:path h="2798064" w="7315200">
                <a:moveTo>
                  <a:pt x="0" y="0"/>
                </a:moveTo>
                <a:lnTo>
                  <a:pt x="7315200" y="0"/>
                </a:lnTo>
                <a:lnTo>
                  <a:pt x="7315200" y="2798064"/>
                </a:lnTo>
                <a:lnTo>
                  <a:pt x="0" y="27980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630680"/>
            <a:ext cx="516729" cy="4953000"/>
            <a:chOff x="0" y="0"/>
            <a:chExt cx="191381" cy="18344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381" cy="1834444"/>
            </a:xfrm>
            <a:custGeom>
              <a:avLst/>
              <a:gdLst/>
              <a:ahLst/>
              <a:cxnLst/>
              <a:rect r="r" b="b" t="t" l="l"/>
              <a:pathLst>
                <a:path h="1834444" w="191381">
                  <a:moveTo>
                    <a:pt x="0" y="0"/>
                  </a:moveTo>
                  <a:lnTo>
                    <a:pt x="191381" y="0"/>
                  </a:lnTo>
                  <a:lnTo>
                    <a:pt x="191381" y="1834444"/>
                  </a:lnTo>
                  <a:lnTo>
                    <a:pt x="0" y="1834444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91381" cy="1863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96330" y="975360"/>
            <a:ext cx="3481370" cy="130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b="true" sz="5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TABLE OF 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6330" y="2853177"/>
            <a:ext cx="7832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79558" y="2853177"/>
            <a:ext cx="269814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4595C2"/>
                </a:solidFill>
                <a:latin typeface="Raleway"/>
                <a:ea typeface="Raleway"/>
                <a:cs typeface="Raleway"/>
                <a:sym typeface="Raleway"/>
              </a:rPr>
              <a:t>Who we 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6330" y="3445013"/>
            <a:ext cx="7832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9558" y="3445013"/>
            <a:ext cx="269814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4595C2"/>
                </a:solidFill>
                <a:latin typeface="Raleway"/>
                <a:ea typeface="Raleway"/>
                <a:cs typeface="Raleway"/>
                <a:sym typeface="Raleway"/>
              </a:rPr>
              <a:t>What we 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96330" y="4035563"/>
            <a:ext cx="7832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79558" y="4035563"/>
            <a:ext cx="300013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4595C2"/>
                </a:solidFill>
                <a:latin typeface="Raleway"/>
                <a:ea typeface="Raleway"/>
                <a:cs typeface="Raleway"/>
                <a:sym typeface="Raleway"/>
              </a:rPr>
              <a:t>What we serve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96330" y="4626113"/>
            <a:ext cx="7832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79558" y="4626113"/>
            <a:ext cx="394923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4595C2"/>
                </a:solidFill>
                <a:latin typeface="Raleway"/>
                <a:ea typeface="Raleway"/>
                <a:cs typeface="Raleway"/>
                <a:sym typeface="Raleway"/>
              </a:rPr>
              <a:t>A Year in Preview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96330" y="5216663"/>
            <a:ext cx="7832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79558" y="5216663"/>
            <a:ext cx="197461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4595C2"/>
                </a:solidFill>
                <a:latin typeface="Raleway"/>
                <a:ea typeface="Raleway"/>
                <a:cs typeface="Raleway"/>
                <a:sym typeface="Raleway"/>
              </a:rPr>
              <a:t>Strategy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96330" y="5807213"/>
            <a:ext cx="7832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79558" y="5807213"/>
            <a:ext cx="197461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4595C2"/>
                </a:solidFill>
                <a:latin typeface="Raleway"/>
                <a:ea typeface="Raleway"/>
                <a:cs typeface="Raleway"/>
                <a:sym typeface="Raleway"/>
              </a:rPr>
              <a:t>Our Team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679688" y="-910437"/>
            <a:ext cx="1641957" cy="1641957"/>
          </a:xfrm>
          <a:custGeom>
            <a:avLst/>
            <a:gdLst/>
            <a:ahLst/>
            <a:cxnLst/>
            <a:rect r="r" b="b" t="t" l="l"/>
            <a:pathLst>
              <a:path h="1641957" w="1641957">
                <a:moveTo>
                  <a:pt x="0" y="0"/>
                </a:moveTo>
                <a:lnTo>
                  <a:pt x="1641957" y="0"/>
                </a:lnTo>
                <a:lnTo>
                  <a:pt x="1641957" y="1641957"/>
                </a:lnTo>
                <a:lnTo>
                  <a:pt x="0" y="1641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856256">
            <a:off x="-2806987" y="2084223"/>
            <a:ext cx="8703931" cy="5374678"/>
          </a:xfrm>
          <a:custGeom>
            <a:avLst/>
            <a:gdLst/>
            <a:ahLst/>
            <a:cxnLst/>
            <a:rect r="r" b="b" t="t" l="l"/>
            <a:pathLst>
              <a:path h="5374678" w="8703931">
                <a:moveTo>
                  <a:pt x="0" y="5374677"/>
                </a:moveTo>
                <a:lnTo>
                  <a:pt x="8703931" y="5374677"/>
                </a:lnTo>
                <a:lnTo>
                  <a:pt x="8703931" y="0"/>
                </a:lnTo>
                <a:lnTo>
                  <a:pt x="0" y="0"/>
                </a:lnTo>
                <a:lnTo>
                  <a:pt x="0" y="537467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574207" y="-73152"/>
            <a:ext cx="6166446" cy="7388352"/>
            <a:chOff x="0" y="0"/>
            <a:chExt cx="8585708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85708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8585708">
                  <a:moveTo>
                    <a:pt x="8585708" y="762"/>
                  </a:moveTo>
                  <a:cubicBezTo>
                    <a:pt x="8581644" y="20447"/>
                    <a:pt x="8577961" y="40132"/>
                    <a:pt x="8573515" y="59690"/>
                  </a:cubicBezTo>
                  <a:cubicBezTo>
                    <a:pt x="8478139" y="485521"/>
                    <a:pt x="8382635" y="911225"/>
                    <a:pt x="8287258" y="1337056"/>
                  </a:cubicBezTo>
                  <a:cubicBezTo>
                    <a:pt x="8146288" y="1966722"/>
                    <a:pt x="8005699" y="2596388"/>
                    <a:pt x="7864601" y="3225927"/>
                  </a:cubicBezTo>
                  <a:cubicBezTo>
                    <a:pt x="7691247" y="3999103"/>
                    <a:pt x="7517384" y="4772152"/>
                    <a:pt x="7344028" y="5545328"/>
                  </a:cubicBezTo>
                  <a:cubicBezTo>
                    <a:pt x="7194676" y="6211443"/>
                    <a:pt x="7045578" y="6877558"/>
                    <a:pt x="6896353" y="7543800"/>
                  </a:cubicBezTo>
                  <a:cubicBezTo>
                    <a:pt x="6765289" y="8129016"/>
                    <a:pt x="6634480" y="8714105"/>
                    <a:pt x="6503162" y="9299194"/>
                  </a:cubicBezTo>
                  <a:cubicBezTo>
                    <a:pt x="6429375" y="9628251"/>
                    <a:pt x="6354953" y="9957181"/>
                    <a:pt x="6280785" y="10286238"/>
                  </a:cubicBezTo>
                  <a:cubicBezTo>
                    <a:pt x="4199382" y="10286238"/>
                    <a:pt x="2118106" y="10286111"/>
                    <a:pt x="36830" y="10287000"/>
                  </a:cubicBezTo>
                  <a:cubicBezTo>
                    <a:pt x="6731" y="10287000"/>
                    <a:pt x="0" y="10280269"/>
                    <a:pt x="0" y="10250043"/>
                  </a:cubicBezTo>
                  <a:cubicBezTo>
                    <a:pt x="762" y="6845681"/>
                    <a:pt x="762" y="3441319"/>
                    <a:pt x="0" y="36957"/>
                  </a:cubicBezTo>
                  <a:cubicBezTo>
                    <a:pt x="0" y="6731"/>
                    <a:pt x="6731" y="0"/>
                    <a:pt x="36830" y="0"/>
                  </a:cubicBezTo>
                  <a:cubicBezTo>
                    <a:pt x="2886456" y="762"/>
                    <a:pt x="5736082" y="762"/>
                    <a:pt x="8585708" y="762"/>
                  </a:cubicBezTo>
                  <a:close/>
                </a:path>
              </a:pathLst>
            </a:custGeom>
            <a:blipFill>
              <a:blip r:embed="rId4"/>
              <a:stretch>
                <a:fillRect l="0" t="-12635" r="0" b="-1263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104368" y="2007304"/>
            <a:ext cx="3481370" cy="130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b="true" sz="5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WHO WE 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04368" y="3486716"/>
            <a:ext cx="3635045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We are a company engaged in the business sector. We not only provide success to your business but also provide an excellent attitude, approach, and treatment to our clients.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58442" y="0"/>
            <a:ext cx="495158" cy="2515527"/>
            <a:chOff x="0" y="0"/>
            <a:chExt cx="183392" cy="9316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392" cy="931677"/>
            </a:xfrm>
            <a:custGeom>
              <a:avLst/>
              <a:gdLst/>
              <a:ahLst/>
              <a:cxnLst/>
              <a:rect r="r" b="b" t="t" l="l"/>
              <a:pathLst>
                <a:path h="931677" w="183392">
                  <a:moveTo>
                    <a:pt x="0" y="0"/>
                  </a:moveTo>
                  <a:lnTo>
                    <a:pt x="183392" y="0"/>
                  </a:lnTo>
                  <a:lnTo>
                    <a:pt x="183392" y="931677"/>
                  </a:lnTo>
                  <a:lnTo>
                    <a:pt x="0" y="931677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3392" cy="960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17555" y="6361997"/>
            <a:ext cx="2204525" cy="2204525"/>
          </a:xfrm>
          <a:custGeom>
            <a:avLst/>
            <a:gdLst/>
            <a:ahLst/>
            <a:cxnLst/>
            <a:rect r="r" b="b" t="t" l="l"/>
            <a:pathLst>
              <a:path h="2204525" w="2204525">
                <a:moveTo>
                  <a:pt x="0" y="0"/>
                </a:moveTo>
                <a:lnTo>
                  <a:pt x="2204525" y="0"/>
                </a:lnTo>
                <a:lnTo>
                  <a:pt x="2204525" y="2204526"/>
                </a:lnTo>
                <a:lnTo>
                  <a:pt x="0" y="2204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733362" y="2064467"/>
            <a:ext cx="7315200" cy="3186267"/>
          </a:xfrm>
          <a:custGeom>
            <a:avLst/>
            <a:gdLst/>
            <a:ahLst/>
            <a:cxnLst/>
            <a:rect r="r" b="b" t="t" l="l"/>
            <a:pathLst>
              <a:path h="3186267" w="7315200">
                <a:moveTo>
                  <a:pt x="0" y="0"/>
                </a:moveTo>
                <a:lnTo>
                  <a:pt x="7315200" y="0"/>
                </a:lnTo>
                <a:lnTo>
                  <a:pt x="7315200" y="3186266"/>
                </a:lnTo>
                <a:lnTo>
                  <a:pt x="0" y="3186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36" t="0" r="-693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7057" y="2022501"/>
            <a:ext cx="5007052" cy="937684"/>
          </a:xfrm>
          <a:custGeom>
            <a:avLst/>
            <a:gdLst/>
            <a:ahLst/>
            <a:cxnLst/>
            <a:rect r="r" b="b" t="t" l="l"/>
            <a:pathLst>
              <a:path h="937684" w="5007052">
                <a:moveTo>
                  <a:pt x="0" y="0"/>
                </a:moveTo>
                <a:lnTo>
                  <a:pt x="5007052" y="0"/>
                </a:lnTo>
                <a:lnTo>
                  <a:pt x="5007052" y="937685"/>
                </a:lnTo>
                <a:lnTo>
                  <a:pt x="0" y="937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7057" y="3187954"/>
            <a:ext cx="5007052" cy="937684"/>
          </a:xfrm>
          <a:custGeom>
            <a:avLst/>
            <a:gdLst/>
            <a:ahLst/>
            <a:cxnLst/>
            <a:rect r="r" b="b" t="t" l="l"/>
            <a:pathLst>
              <a:path h="937684" w="5007052">
                <a:moveTo>
                  <a:pt x="0" y="0"/>
                </a:moveTo>
                <a:lnTo>
                  <a:pt x="5007052" y="0"/>
                </a:lnTo>
                <a:lnTo>
                  <a:pt x="5007052" y="937685"/>
                </a:lnTo>
                <a:lnTo>
                  <a:pt x="0" y="937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7057" y="4355014"/>
            <a:ext cx="5007052" cy="937684"/>
          </a:xfrm>
          <a:custGeom>
            <a:avLst/>
            <a:gdLst/>
            <a:ahLst/>
            <a:cxnLst/>
            <a:rect r="r" b="b" t="t" l="l"/>
            <a:pathLst>
              <a:path h="937684" w="5007052">
                <a:moveTo>
                  <a:pt x="0" y="0"/>
                </a:moveTo>
                <a:lnTo>
                  <a:pt x="5007052" y="0"/>
                </a:lnTo>
                <a:lnTo>
                  <a:pt x="5007052" y="937685"/>
                </a:lnTo>
                <a:lnTo>
                  <a:pt x="0" y="937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7057" y="5521299"/>
            <a:ext cx="5007052" cy="937684"/>
          </a:xfrm>
          <a:custGeom>
            <a:avLst/>
            <a:gdLst/>
            <a:ahLst/>
            <a:cxnLst/>
            <a:rect r="r" b="b" t="t" l="l"/>
            <a:pathLst>
              <a:path h="937684" w="5007052">
                <a:moveTo>
                  <a:pt x="0" y="0"/>
                </a:moveTo>
                <a:lnTo>
                  <a:pt x="5007052" y="0"/>
                </a:lnTo>
                <a:lnTo>
                  <a:pt x="5007052" y="937684"/>
                </a:lnTo>
                <a:lnTo>
                  <a:pt x="0" y="93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1142" y="904896"/>
            <a:ext cx="4518882" cy="67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WHAT WE 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47594" y="2232264"/>
            <a:ext cx="3268345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Determine the promotion technique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47594" y="3522345"/>
            <a:ext cx="3268345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 business statistics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47594" y="4688601"/>
            <a:ext cx="3756515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Determine company strategy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7594" y="5854886"/>
            <a:ext cx="3756515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Make plans for next year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-731520"/>
            <a:ext cx="376683" cy="2926080"/>
            <a:chOff x="0" y="0"/>
            <a:chExt cx="139512" cy="10837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512" cy="1083733"/>
            </a:xfrm>
            <a:custGeom>
              <a:avLst/>
              <a:gdLst/>
              <a:ahLst/>
              <a:cxnLst/>
              <a:rect r="r" b="b" t="t" l="l"/>
              <a:pathLst>
                <a:path h="1083733" w="139512">
                  <a:moveTo>
                    <a:pt x="0" y="0"/>
                  </a:moveTo>
                  <a:lnTo>
                    <a:pt x="139512" y="0"/>
                  </a:lnTo>
                  <a:lnTo>
                    <a:pt x="139512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9512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096000" y="2258568"/>
            <a:ext cx="7315200" cy="2798064"/>
          </a:xfrm>
          <a:custGeom>
            <a:avLst/>
            <a:gdLst/>
            <a:ahLst/>
            <a:cxnLst/>
            <a:rect r="r" b="b" t="t" l="l"/>
            <a:pathLst>
              <a:path h="2798064" w="7315200">
                <a:moveTo>
                  <a:pt x="0" y="0"/>
                </a:moveTo>
                <a:lnTo>
                  <a:pt x="7315200" y="0"/>
                </a:lnTo>
                <a:lnTo>
                  <a:pt x="7315200" y="2798064"/>
                </a:lnTo>
                <a:lnTo>
                  <a:pt x="0" y="27980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-3657600" y="2258568"/>
            <a:ext cx="7315200" cy="2798064"/>
          </a:xfrm>
          <a:custGeom>
            <a:avLst/>
            <a:gdLst/>
            <a:ahLst/>
            <a:cxnLst/>
            <a:rect r="r" b="b" t="t" l="l"/>
            <a:pathLst>
              <a:path h="2798064" w="7315200">
                <a:moveTo>
                  <a:pt x="0" y="2798064"/>
                </a:moveTo>
                <a:lnTo>
                  <a:pt x="7315200" y="2798064"/>
                </a:lnTo>
                <a:lnTo>
                  <a:pt x="7315200" y="0"/>
                </a:lnTo>
                <a:lnTo>
                  <a:pt x="0" y="0"/>
                </a:lnTo>
                <a:lnTo>
                  <a:pt x="0" y="279806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5709" y="1041244"/>
            <a:ext cx="784218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WHAT WE SERVE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16751" y="2174719"/>
            <a:ext cx="2550534" cy="2042588"/>
            <a:chOff x="0" y="0"/>
            <a:chExt cx="1201754" cy="9624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1754" cy="962421"/>
            </a:xfrm>
            <a:custGeom>
              <a:avLst/>
              <a:gdLst/>
              <a:ahLst/>
              <a:cxnLst/>
              <a:rect r="r" b="b" t="t" l="l"/>
              <a:pathLst>
                <a:path h="962421" w="1201754">
                  <a:moveTo>
                    <a:pt x="48567" y="0"/>
                  </a:moveTo>
                  <a:lnTo>
                    <a:pt x="1153187" y="0"/>
                  </a:lnTo>
                  <a:cubicBezTo>
                    <a:pt x="1166068" y="0"/>
                    <a:pt x="1178421" y="5117"/>
                    <a:pt x="1187529" y="14225"/>
                  </a:cubicBezTo>
                  <a:cubicBezTo>
                    <a:pt x="1196637" y="23333"/>
                    <a:pt x="1201754" y="35686"/>
                    <a:pt x="1201754" y="48567"/>
                  </a:cubicBezTo>
                  <a:lnTo>
                    <a:pt x="1201754" y="913854"/>
                  </a:lnTo>
                  <a:cubicBezTo>
                    <a:pt x="1201754" y="926735"/>
                    <a:pt x="1196637" y="939088"/>
                    <a:pt x="1187529" y="948196"/>
                  </a:cubicBezTo>
                  <a:cubicBezTo>
                    <a:pt x="1178421" y="957304"/>
                    <a:pt x="1166068" y="962421"/>
                    <a:pt x="1153187" y="962421"/>
                  </a:cubicBezTo>
                  <a:lnTo>
                    <a:pt x="48567" y="962421"/>
                  </a:lnTo>
                  <a:cubicBezTo>
                    <a:pt x="35686" y="962421"/>
                    <a:pt x="23333" y="957304"/>
                    <a:pt x="14225" y="948196"/>
                  </a:cubicBezTo>
                  <a:cubicBezTo>
                    <a:pt x="5117" y="939088"/>
                    <a:pt x="0" y="926735"/>
                    <a:pt x="0" y="913854"/>
                  </a:cubicBezTo>
                  <a:lnTo>
                    <a:pt x="0" y="48567"/>
                  </a:lnTo>
                  <a:cubicBezTo>
                    <a:pt x="0" y="35686"/>
                    <a:pt x="5117" y="23333"/>
                    <a:pt x="14225" y="14225"/>
                  </a:cubicBezTo>
                  <a:cubicBezTo>
                    <a:pt x="23333" y="5117"/>
                    <a:pt x="35686" y="0"/>
                    <a:pt x="485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72452" y="3014086"/>
            <a:ext cx="2239132" cy="36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86315" y="2174719"/>
            <a:ext cx="2550534" cy="2042588"/>
            <a:chOff x="0" y="0"/>
            <a:chExt cx="1201754" cy="9624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1754" cy="962421"/>
            </a:xfrm>
            <a:custGeom>
              <a:avLst/>
              <a:gdLst/>
              <a:ahLst/>
              <a:cxnLst/>
              <a:rect r="r" b="b" t="t" l="l"/>
              <a:pathLst>
                <a:path h="962421" w="1201754">
                  <a:moveTo>
                    <a:pt x="48567" y="0"/>
                  </a:moveTo>
                  <a:lnTo>
                    <a:pt x="1153187" y="0"/>
                  </a:lnTo>
                  <a:cubicBezTo>
                    <a:pt x="1166068" y="0"/>
                    <a:pt x="1178421" y="5117"/>
                    <a:pt x="1187529" y="14225"/>
                  </a:cubicBezTo>
                  <a:cubicBezTo>
                    <a:pt x="1196637" y="23333"/>
                    <a:pt x="1201754" y="35686"/>
                    <a:pt x="1201754" y="48567"/>
                  </a:cubicBezTo>
                  <a:lnTo>
                    <a:pt x="1201754" y="913854"/>
                  </a:lnTo>
                  <a:cubicBezTo>
                    <a:pt x="1201754" y="926735"/>
                    <a:pt x="1196637" y="939088"/>
                    <a:pt x="1187529" y="948196"/>
                  </a:cubicBezTo>
                  <a:cubicBezTo>
                    <a:pt x="1178421" y="957304"/>
                    <a:pt x="1166068" y="962421"/>
                    <a:pt x="1153187" y="962421"/>
                  </a:cubicBezTo>
                  <a:lnTo>
                    <a:pt x="48567" y="962421"/>
                  </a:lnTo>
                  <a:cubicBezTo>
                    <a:pt x="35686" y="962421"/>
                    <a:pt x="23333" y="957304"/>
                    <a:pt x="14225" y="948196"/>
                  </a:cubicBezTo>
                  <a:cubicBezTo>
                    <a:pt x="5117" y="939088"/>
                    <a:pt x="0" y="926735"/>
                    <a:pt x="0" y="913854"/>
                  </a:cubicBezTo>
                  <a:lnTo>
                    <a:pt x="0" y="48567"/>
                  </a:lnTo>
                  <a:cubicBezTo>
                    <a:pt x="0" y="35686"/>
                    <a:pt x="5117" y="23333"/>
                    <a:pt x="14225" y="14225"/>
                  </a:cubicBezTo>
                  <a:cubicBezTo>
                    <a:pt x="23333" y="5117"/>
                    <a:pt x="35686" y="0"/>
                    <a:pt x="485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142016" y="3014086"/>
            <a:ext cx="2239132" cy="36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Management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216751" y="4541092"/>
            <a:ext cx="2550534" cy="2042588"/>
            <a:chOff x="0" y="0"/>
            <a:chExt cx="1201754" cy="9624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1754" cy="962421"/>
            </a:xfrm>
            <a:custGeom>
              <a:avLst/>
              <a:gdLst/>
              <a:ahLst/>
              <a:cxnLst/>
              <a:rect r="r" b="b" t="t" l="l"/>
              <a:pathLst>
                <a:path h="962421" w="1201754">
                  <a:moveTo>
                    <a:pt x="48567" y="0"/>
                  </a:moveTo>
                  <a:lnTo>
                    <a:pt x="1153187" y="0"/>
                  </a:lnTo>
                  <a:cubicBezTo>
                    <a:pt x="1166068" y="0"/>
                    <a:pt x="1178421" y="5117"/>
                    <a:pt x="1187529" y="14225"/>
                  </a:cubicBezTo>
                  <a:cubicBezTo>
                    <a:pt x="1196637" y="23333"/>
                    <a:pt x="1201754" y="35686"/>
                    <a:pt x="1201754" y="48567"/>
                  </a:cubicBezTo>
                  <a:lnTo>
                    <a:pt x="1201754" y="913854"/>
                  </a:lnTo>
                  <a:cubicBezTo>
                    <a:pt x="1201754" y="926735"/>
                    <a:pt x="1196637" y="939088"/>
                    <a:pt x="1187529" y="948196"/>
                  </a:cubicBezTo>
                  <a:cubicBezTo>
                    <a:pt x="1178421" y="957304"/>
                    <a:pt x="1166068" y="962421"/>
                    <a:pt x="1153187" y="962421"/>
                  </a:cubicBezTo>
                  <a:lnTo>
                    <a:pt x="48567" y="962421"/>
                  </a:lnTo>
                  <a:cubicBezTo>
                    <a:pt x="35686" y="962421"/>
                    <a:pt x="23333" y="957304"/>
                    <a:pt x="14225" y="948196"/>
                  </a:cubicBezTo>
                  <a:cubicBezTo>
                    <a:pt x="5117" y="939088"/>
                    <a:pt x="0" y="926735"/>
                    <a:pt x="0" y="913854"/>
                  </a:cubicBezTo>
                  <a:lnTo>
                    <a:pt x="0" y="48567"/>
                  </a:lnTo>
                  <a:cubicBezTo>
                    <a:pt x="0" y="35686"/>
                    <a:pt x="5117" y="23333"/>
                    <a:pt x="14225" y="14225"/>
                  </a:cubicBezTo>
                  <a:cubicBezTo>
                    <a:pt x="23333" y="5117"/>
                    <a:pt x="35686" y="0"/>
                    <a:pt x="485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72452" y="5380459"/>
            <a:ext cx="2239132" cy="36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Strategizing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986315" y="4541092"/>
            <a:ext cx="2550534" cy="2042588"/>
            <a:chOff x="0" y="0"/>
            <a:chExt cx="1201754" cy="9624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1754" cy="962421"/>
            </a:xfrm>
            <a:custGeom>
              <a:avLst/>
              <a:gdLst/>
              <a:ahLst/>
              <a:cxnLst/>
              <a:rect r="r" b="b" t="t" l="l"/>
              <a:pathLst>
                <a:path h="962421" w="1201754">
                  <a:moveTo>
                    <a:pt x="48567" y="0"/>
                  </a:moveTo>
                  <a:lnTo>
                    <a:pt x="1153187" y="0"/>
                  </a:lnTo>
                  <a:cubicBezTo>
                    <a:pt x="1166068" y="0"/>
                    <a:pt x="1178421" y="5117"/>
                    <a:pt x="1187529" y="14225"/>
                  </a:cubicBezTo>
                  <a:cubicBezTo>
                    <a:pt x="1196637" y="23333"/>
                    <a:pt x="1201754" y="35686"/>
                    <a:pt x="1201754" y="48567"/>
                  </a:cubicBezTo>
                  <a:lnTo>
                    <a:pt x="1201754" y="913854"/>
                  </a:lnTo>
                  <a:cubicBezTo>
                    <a:pt x="1201754" y="926735"/>
                    <a:pt x="1196637" y="939088"/>
                    <a:pt x="1187529" y="948196"/>
                  </a:cubicBezTo>
                  <a:cubicBezTo>
                    <a:pt x="1178421" y="957304"/>
                    <a:pt x="1166068" y="962421"/>
                    <a:pt x="1153187" y="962421"/>
                  </a:cubicBezTo>
                  <a:lnTo>
                    <a:pt x="48567" y="962421"/>
                  </a:lnTo>
                  <a:cubicBezTo>
                    <a:pt x="35686" y="962421"/>
                    <a:pt x="23333" y="957304"/>
                    <a:pt x="14225" y="948196"/>
                  </a:cubicBezTo>
                  <a:cubicBezTo>
                    <a:pt x="5117" y="939088"/>
                    <a:pt x="0" y="926735"/>
                    <a:pt x="0" y="913854"/>
                  </a:cubicBezTo>
                  <a:lnTo>
                    <a:pt x="0" y="48567"/>
                  </a:lnTo>
                  <a:cubicBezTo>
                    <a:pt x="0" y="35686"/>
                    <a:pt x="5117" y="23333"/>
                    <a:pt x="14225" y="14225"/>
                  </a:cubicBezTo>
                  <a:cubicBezTo>
                    <a:pt x="23333" y="5117"/>
                    <a:pt x="35686" y="0"/>
                    <a:pt x="485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142016" y="5380459"/>
            <a:ext cx="2239132" cy="36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806925" y="1605475"/>
            <a:ext cx="2052125" cy="2052125"/>
          </a:xfrm>
          <a:custGeom>
            <a:avLst/>
            <a:gdLst/>
            <a:ahLst/>
            <a:cxnLst/>
            <a:rect r="r" b="b" t="t" l="l"/>
            <a:pathLst>
              <a:path h="2052125" w="2052125">
                <a:moveTo>
                  <a:pt x="0" y="0"/>
                </a:moveTo>
                <a:lnTo>
                  <a:pt x="2052126" y="0"/>
                </a:lnTo>
                <a:lnTo>
                  <a:pt x="2052126" y="2052125"/>
                </a:lnTo>
                <a:lnTo>
                  <a:pt x="0" y="205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093526" y="-799122"/>
            <a:ext cx="1261042" cy="1261042"/>
          </a:xfrm>
          <a:custGeom>
            <a:avLst/>
            <a:gdLst/>
            <a:ahLst/>
            <a:cxnLst/>
            <a:rect r="r" b="b" t="t" l="l"/>
            <a:pathLst>
              <a:path h="1261042" w="1261042">
                <a:moveTo>
                  <a:pt x="0" y="0"/>
                </a:moveTo>
                <a:lnTo>
                  <a:pt x="1261042" y="0"/>
                </a:lnTo>
                <a:lnTo>
                  <a:pt x="1261042" y="1261042"/>
                </a:lnTo>
                <a:lnTo>
                  <a:pt x="0" y="1261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8071" y="1622810"/>
            <a:ext cx="6057458" cy="309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WE ALWAYS GIVE THE BEST FOR OUR CLIENTS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242501" y="5025704"/>
            <a:ext cx="3268597" cy="771461"/>
            <a:chOff x="0" y="0"/>
            <a:chExt cx="1210592" cy="2857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0592" cy="285726"/>
            </a:xfrm>
            <a:custGeom>
              <a:avLst/>
              <a:gdLst/>
              <a:ahLst/>
              <a:cxnLst/>
              <a:rect r="r" b="b" t="t" l="l"/>
              <a:pathLst>
                <a:path h="285726" w="1210592">
                  <a:moveTo>
                    <a:pt x="142863" y="0"/>
                  </a:moveTo>
                  <a:lnTo>
                    <a:pt x="1067728" y="0"/>
                  </a:lnTo>
                  <a:cubicBezTo>
                    <a:pt x="1146630" y="0"/>
                    <a:pt x="1210592" y="63962"/>
                    <a:pt x="1210592" y="142863"/>
                  </a:cubicBezTo>
                  <a:lnTo>
                    <a:pt x="1210592" y="142863"/>
                  </a:lnTo>
                  <a:cubicBezTo>
                    <a:pt x="1210592" y="180753"/>
                    <a:pt x="1195540" y="217091"/>
                    <a:pt x="1168748" y="243883"/>
                  </a:cubicBezTo>
                  <a:cubicBezTo>
                    <a:pt x="1141956" y="270675"/>
                    <a:pt x="1105618" y="285726"/>
                    <a:pt x="1067728" y="285726"/>
                  </a:cubicBezTo>
                  <a:lnTo>
                    <a:pt x="142863" y="285726"/>
                  </a:lnTo>
                  <a:cubicBezTo>
                    <a:pt x="104973" y="285726"/>
                    <a:pt x="68636" y="270675"/>
                    <a:pt x="41844" y="243883"/>
                  </a:cubicBezTo>
                  <a:cubicBezTo>
                    <a:pt x="15052" y="217091"/>
                    <a:pt x="0" y="180753"/>
                    <a:pt x="0" y="142863"/>
                  </a:cubicBezTo>
                  <a:lnTo>
                    <a:pt x="0" y="142863"/>
                  </a:lnTo>
                  <a:cubicBezTo>
                    <a:pt x="0" y="104973"/>
                    <a:pt x="15052" y="68636"/>
                    <a:pt x="41844" y="41844"/>
                  </a:cubicBezTo>
                  <a:cubicBezTo>
                    <a:pt x="68636" y="15052"/>
                    <a:pt x="104973" y="0"/>
                    <a:pt x="1428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10592" cy="314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718589" y="5165690"/>
            <a:ext cx="2316421" cy="42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-6690126">
            <a:off x="-5473071" y="2724096"/>
            <a:ext cx="8703931" cy="5374678"/>
          </a:xfrm>
          <a:custGeom>
            <a:avLst/>
            <a:gdLst/>
            <a:ahLst/>
            <a:cxnLst/>
            <a:rect r="r" b="b" t="t" l="l"/>
            <a:pathLst>
              <a:path h="5374678" w="8703931">
                <a:moveTo>
                  <a:pt x="0" y="5374677"/>
                </a:moveTo>
                <a:lnTo>
                  <a:pt x="8703932" y="5374677"/>
                </a:lnTo>
                <a:lnTo>
                  <a:pt x="8703932" y="0"/>
                </a:lnTo>
                <a:lnTo>
                  <a:pt x="0" y="0"/>
                </a:lnTo>
                <a:lnTo>
                  <a:pt x="0" y="537467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6690126">
            <a:off x="6521294" y="-1169304"/>
            <a:ext cx="8703931" cy="5374678"/>
          </a:xfrm>
          <a:custGeom>
            <a:avLst/>
            <a:gdLst/>
            <a:ahLst/>
            <a:cxnLst/>
            <a:rect r="r" b="b" t="t" l="l"/>
            <a:pathLst>
              <a:path h="5374678" w="8703931">
                <a:moveTo>
                  <a:pt x="8703931" y="0"/>
                </a:moveTo>
                <a:lnTo>
                  <a:pt x="0" y="0"/>
                </a:lnTo>
                <a:lnTo>
                  <a:pt x="0" y="5374678"/>
                </a:lnTo>
                <a:lnTo>
                  <a:pt x="8703931" y="5374678"/>
                </a:lnTo>
                <a:lnTo>
                  <a:pt x="870393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5627" y="-1019774"/>
            <a:ext cx="2052125" cy="2052125"/>
          </a:xfrm>
          <a:custGeom>
            <a:avLst/>
            <a:gdLst/>
            <a:ahLst/>
            <a:cxnLst/>
            <a:rect r="r" b="b" t="t" l="l"/>
            <a:pathLst>
              <a:path h="2052125" w="2052125">
                <a:moveTo>
                  <a:pt x="0" y="0"/>
                </a:moveTo>
                <a:lnTo>
                  <a:pt x="2052126" y="0"/>
                </a:lnTo>
                <a:lnTo>
                  <a:pt x="2052126" y="2052125"/>
                </a:lnTo>
                <a:lnTo>
                  <a:pt x="0" y="205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18025" y="5025704"/>
            <a:ext cx="961622" cy="961622"/>
          </a:xfrm>
          <a:custGeom>
            <a:avLst/>
            <a:gdLst/>
            <a:ahLst/>
            <a:cxnLst/>
            <a:rect r="r" b="b" t="t" l="l"/>
            <a:pathLst>
              <a:path h="961622" w="961622">
                <a:moveTo>
                  <a:pt x="0" y="0"/>
                </a:moveTo>
                <a:lnTo>
                  <a:pt x="961622" y="0"/>
                </a:lnTo>
                <a:lnTo>
                  <a:pt x="961622" y="961622"/>
                </a:lnTo>
                <a:lnTo>
                  <a:pt x="0" y="961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6906509" y="4522388"/>
            <a:ext cx="512553" cy="5181629"/>
            <a:chOff x="0" y="0"/>
            <a:chExt cx="189835" cy="19191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9835" cy="1919122"/>
            </a:xfrm>
            <a:custGeom>
              <a:avLst/>
              <a:gdLst/>
              <a:ahLst/>
              <a:cxnLst/>
              <a:rect r="r" b="b" t="t" l="l"/>
              <a:pathLst>
                <a:path h="1919122" w="189835">
                  <a:moveTo>
                    <a:pt x="0" y="0"/>
                  </a:moveTo>
                  <a:lnTo>
                    <a:pt x="189835" y="0"/>
                  </a:lnTo>
                  <a:lnTo>
                    <a:pt x="189835" y="1919122"/>
                  </a:lnTo>
                  <a:lnTo>
                    <a:pt x="0" y="1919122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9835" cy="194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6355" y="-1227615"/>
            <a:ext cx="458274" cy="2926080"/>
            <a:chOff x="0" y="0"/>
            <a:chExt cx="169731" cy="10837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731" cy="1083733"/>
            </a:xfrm>
            <a:custGeom>
              <a:avLst/>
              <a:gdLst/>
              <a:ahLst/>
              <a:cxnLst/>
              <a:rect r="r" b="b" t="t" l="l"/>
              <a:pathLst>
                <a:path h="1083733" w="169731">
                  <a:moveTo>
                    <a:pt x="0" y="0"/>
                  </a:moveTo>
                  <a:lnTo>
                    <a:pt x="169731" y="0"/>
                  </a:lnTo>
                  <a:lnTo>
                    <a:pt x="169731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69731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57" y="3071774"/>
            <a:ext cx="2430981" cy="1375370"/>
            <a:chOff x="0" y="0"/>
            <a:chExt cx="1145423" cy="648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5423" cy="648043"/>
            </a:xfrm>
            <a:custGeom>
              <a:avLst/>
              <a:gdLst/>
              <a:ahLst/>
              <a:cxnLst/>
              <a:rect r="r" b="b" t="t" l="l"/>
              <a:pathLst>
                <a:path h="648043" w="1145423">
                  <a:moveTo>
                    <a:pt x="50955" y="0"/>
                  </a:moveTo>
                  <a:lnTo>
                    <a:pt x="1094468" y="0"/>
                  </a:lnTo>
                  <a:cubicBezTo>
                    <a:pt x="1107982" y="0"/>
                    <a:pt x="1120942" y="5368"/>
                    <a:pt x="1130498" y="14924"/>
                  </a:cubicBezTo>
                  <a:cubicBezTo>
                    <a:pt x="1140054" y="24480"/>
                    <a:pt x="1145423" y="37441"/>
                    <a:pt x="1145423" y="50955"/>
                  </a:cubicBezTo>
                  <a:lnTo>
                    <a:pt x="1145423" y="597088"/>
                  </a:lnTo>
                  <a:cubicBezTo>
                    <a:pt x="1145423" y="610602"/>
                    <a:pt x="1140054" y="623563"/>
                    <a:pt x="1130498" y="633119"/>
                  </a:cubicBezTo>
                  <a:cubicBezTo>
                    <a:pt x="1120942" y="642674"/>
                    <a:pt x="1107982" y="648043"/>
                    <a:pt x="1094468" y="648043"/>
                  </a:cubicBezTo>
                  <a:lnTo>
                    <a:pt x="50955" y="648043"/>
                  </a:lnTo>
                  <a:cubicBezTo>
                    <a:pt x="37441" y="648043"/>
                    <a:pt x="24480" y="642674"/>
                    <a:pt x="14924" y="633119"/>
                  </a:cubicBezTo>
                  <a:cubicBezTo>
                    <a:pt x="5368" y="623563"/>
                    <a:pt x="0" y="610602"/>
                    <a:pt x="0" y="597088"/>
                  </a:cubicBezTo>
                  <a:lnTo>
                    <a:pt x="0" y="50955"/>
                  </a:lnTo>
                  <a:cubicBezTo>
                    <a:pt x="0" y="37441"/>
                    <a:pt x="5368" y="24480"/>
                    <a:pt x="14924" y="14924"/>
                  </a:cubicBezTo>
                  <a:cubicBezTo>
                    <a:pt x="24480" y="5368"/>
                    <a:pt x="37441" y="0"/>
                    <a:pt x="509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804249" y="975774"/>
            <a:ext cx="4145102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A YEAR IN PREVIEW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662857" y="3071774"/>
            <a:ext cx="2430981" cy="1375370"/>
            <a:chOff x="0" y="0"/>
            <a:chExt cx="1145423" cy="6480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5423" cy="648043"/>
            </a:xfrm>
            <a:custGeom>
              <a:avLst/>
              <a:gdLst/>
              <a:ahLst/>
              <a:cxnLst/>
              <a:rect r="r" b="b" t="t" l="l"/>
              <a:pathLst>
                <a:path h="648043" w="1145423">
                  <a:moveTo>
                    <a:pt x="50955" y="0"/>
                  </a:moveTo>
                  <a:lnTo>
                    <a:pt x="1094468" y="0"/>
                  </a:lnTo>
                  <a:cubicBezTo>
                    <a:pt x="1107982" y="0"/>
                    <a:pt x="1120942" y="5368"/>
                    <a:pt x="1130498" y="14924"/>
                  </a:cubicBezTo>
                  <a:cubicBezTo>
                    <a:pt x="1140054" y="24480"/>
                    <a:pt x="1145423" y="37441"/>
                    <a:pt x="1145423" y="50955"/>
                  </a:cubicBezTo>
                  <a:lnTo>
                    <a:pt x="1145423" y="597088"/>
                  </a:lnTo>
                  <a:cubicBezTo>
                    <a:pt x="1145423" y="610602"/>
                    <a:pt x="1140054" y="623563"/>
                    <a:pt x="1130498" y="633119"/>
                  </a:cubicBezTo>
                  <a:cubicBezTo>
                    <a:pt x="1120942" y="642674"/>
                    <a:pt x="1107982" y="648043"/>
                    <a:pt x="1094468" y="648043"/>
                  </a:cubicBezTo>
                  <a:lnTo>
                    <a:pt x="50955" y="648043"/>
                  </a:lnTo>
                  <a:cubicBezTo>
                    <a:pt x="37441" y="648043"/>
                    <a:pt x="24480" y="642674"/>
                    <a:pt x="14924" y="633119"/>
                  </a:cubicBezTo>
                  <a:cubicBezTo>
                    <a:pt x="5368" y="623563"/>
                    <a:pt x="0" y="610602"/>
                    <a:pt x="0" y="597088"/>
                  </a:cubicBezTo>
                  <a:lnTo>
                    <a:pt x="0" y="50955"/>
                  </a:lnTo>
                  <a:cubicBezTo>
                    <a:pt x="0" y="37441"/>
                    <a:pt x="5368" y="24480"/>
                    <a:pt x="14924" y="14924"/>
                  </a:cubicBezTo>
                  <a:cubicBezTo>
                    <a:pt x="24480" y="5368"/>
                    <a:pt x="37441" y="0"/>
                    <a:pt x="509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8163" y="3071774"/>
            <a:ext cx="2430981" cy="1375370"/>
            <a:chOff x="0" y="0"/>
            <a:chExt cx="1145423" cy="6480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5423" cy="648043"/>
            </a:xfrm>
            <a:custGeom>
              <a:avLst/>
              <a:gdLst/>
              <a:ahLst/>
              <a:cxnLst/>
              <a:rect r="r" b="b" t="t" l="l"/>
              <a:pathLst>
                <a:path h="648043" w="1145423">
                  <a:moveTo>
                    <a:pt x="50955" y="0"/>
                  </a:moveTo>
                  <a:lnTo>
                    <a:pt x="1094468" y="0"/>
                  </a:lnTo>
                  <a:cubicBezTo>
                    <a:pt x="1107982" y="0"/>
                    <a:pt x="1120942" y="5368"/>
                    <a:pt x="1130498" y="14924"/>
                  </a:cubicBezTo>
                  <a:cubicBezTo>
                    <a:pt x="1140054" y="24480"/>
                    <a:pt x="1145423" y="37441"/>
                    <a:pt x="1145423" y="50955"/>
                  </a:cubicBezTo>
                  <a:lnTo>
                    <a:pt x="1145423" y="597088"/>
                  </a:lnTo>
                  <a:cubicBezTo>
                    <a:pt x="1145423" y="610602"/>
                    <a:pt x="1140054" y="623563"/>
                    <a:pt x="1130498" y="633119"/>
                  </a:cubicBezTo>
                  <a:cubicBezTo>
                    <a:pt x="1120942" y="642674"/>
                    <a:pt x="1107982" y="648043"/>
                    <a:pt x="1094468" y="648043"/>
                  </a:cubicBezTo>
                  <a:lnTo>
                    <a:pt x="50955" y="648043"/>
                  </a:lnTo>
                  <a:cubicBezTo>
                    <a:pt x="37441" y="648043"/>
                    <a:pt x="24480" y="642674"/>
                    <a:pt x="14924" y="633119"/>
                  </a:cubicBezTo>
                  <a:cubicBezTo>
                    <a:pt x="5368" y="623563"/>
                    <a:pt x="0" y="610602"/>
                    <a:pt x="0" y="597088"/>
                  </a:cubicBezTo>
                  <a:lnTo>
                    <a:pt x="0" y="50955"/>
                  </a:lnTo>
                  <a:cubicBezTo>
                    <a:pt x="0" y="37441"/>
                    <a:pt x="5368" y="24480"/>
                    <a:pt x="14924" y="14924"/>
                  </a:cubicBezTo>
                  <a:cubicBezTo>
                    <a:pt x="24480" y="5368"/>
                    <a:pt x="37441" y="0"/>
                    <a:pt x="509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97617" y="4809093"/>
            <a:ext cx="2430981" cy="1375370"/>
            <a:chOff x="0" y="0"/>
            <a:chExt cx="1145423" cy="6480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5423" cy="648043"/>
            </a:xfrm>
            <a:custGeom>
              <a:avLst/>
              <a:gdLst/>
              <a:ahLst/>
              <a:cxnLst/>
              <a:rect r="r" b="b" t="t" l="l"/>
              <a:pathLst>
                <a:path h="648043" w="1145423">
                  <a:moveTo>
                    <a:pt x="50955" y="0"/>
                  </a:moveTo>
                  <a:lnTo>
                    <a:pt x="1094468" y="0"/>
                  </a:lnTo>
                  <a:cubicBezTo>
                    <a:pt x="1107982" y="0"/>
                    <a:pt x="1120942" y="5368"/>
                    <a:pt x="1130498" y="14924"/>
                  </a:cubicBezTo>
                  <a:cubicBezTo>
                    <a:pt x="1140054" y="24480"/>
                    <a:pt x="1145423" y="37441"/>
                    <a:pt x="1145423" y="50955"/>
                  </a:cubicBezTo>
                  <a:lnTo>
                    <a:pt x="1145423" y="597088"/>
                  </a:lnTo>
                  <a:cubicBezTo>
                    <a:pt x="1145423" y="610602"/>
                    <a:pt x="1140054" y="623563"/>
                    <a:pt x="1130498" y="633119"/>
                  </a:cubicBezTo>
                  <a:cubicBezTo>
                    <a:pt x="1120942" y="642674"/>
                    <a:pt x="1107982" y="648043"/>
                    <a:pt x="1094468" y="648043"/>
                  </a:cubicBezTo>
                  <a:lnTo>
                    <a:pt x="50955" y="648043"/>
                  </a:lnTo>
                  <a:cubicBezTo>
                    <a:pt x="37441" y="648043"/>
                    <a:pt x="24480" y="642674"/>
                    <a:pt x="14924" y="633119"/>
                  </a:cubicBezTo>
                  <a:cubicBezTo>
                    <a:pt x="5368" y="623563"/>
                    <a:pt x="0" y="610602"/>
                    <a:pt x="0" y="597088"/>
                  </a:cubicBezTo>
                  <a:lnTo>
                    <a:pt x="0" y="50955"/>
                  </a:lnTo>
                  <a:cubicBezTo>
                    <a:pt x="0" y="37441"/>
                    <a:pt x="5368" y="24480"/>
                    <a:pt x="14924" y="14924"/>
                  </a:cubicBezTo>
                  <a:cubicBezTo>
                    <a:pt x="24480" y="5368"/>
                    <a:pt x="37441" y="0"/>
                    <a:pt x="509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028097" y="4809093"/>
            <a:ext cx="2430981" cy="1375370"/>
            <a:chOff x="0" y="0"/>
            <a:chExt cx="1145423" cy="648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5423" cy="648043"/>
            </a:xfrm>
            <a:custGeom>
              <a:avLst/>
              <a:gdLst/>
              <a:ahLst/>
              <a:cxnLst/>
              <a:rect r="r" b="b" t="t" l="l"/>
              <a:pathLst>
                <a:path h="648043" w="1145423">
                  <a:moveTo>
                    <a:pt x="50955" y="0"/>
                  </a:moveTo>
                  <a:lnTo>
                    <a:pt x="1094468" y="0"/>
                  </a:lnTo>
                  <a:cubicBezTo>
                    <a:pt x="1107982" y="0"/>
                    <a:pt x="1120942" y="5368"/>
                    <a:pt x="1130498" y="14924"/>
                  </a:cubicBezTo>
                  <a:cubicBezTo>
                    <a:pt x="1140054" y="24480"/>
                    <a:pt x="1145423" y="37441"/>
                    <a:pt x="1145423" y="50955"/>
                  </a:cubicBezTo>
                  <a:lnTo>
                    <a:pt x="1145423" y="597088"/>
                  </a:lnTo>
                  <a:cubicBezTo>
                    <a:pt x="1145423" y="610602"/>
                    <a:pt x="1140054" y="623563"/>
                    <a:pt x="1130498" y="633119"/>
                  </a:cubicBezTo>
                  <a:cubicBezTo>
                    <a:pt x="1120942" y="642674"/>
                    <a:pt x="1107982" y="648043"/>
                    <a:pt x="1094468" y="648043"/>
                  </a:cubicBezTo>
                  <a:lnTo>
                    <a:pt x="50955" y="648043"/>
                  </a:lnTo>
                  <a:cubicBezTo>
                    <a:pt x="37441" y="648043"/>
                    <a:pt x="24480" y="642674"/>
                    <a:pt x="14924" y="633119"/>
                  </a:cubicBezTo>
                  <a:cubicBezTo>
                    <a:pt x="5368" y="623563"/>
                    <a:pt x="0" y="610602"/>
                    <a:pt x="0" y="597088"/>
                  </a:cubicBezTo>
                  <a:lnTo>
                    <a:pt x="0" y="50955"/>
                  </a:lnTo>
                  <a:cubicBezTo>
                    <a:pt x="0" y="37441"/>
                    <a:pt x="5368" y="24480"/>
                    <a:pt x="14924" y="14924"/>
                  </a:cubicBezTo>
                  <a:cubicBezTo>
                    <a:pt x="24480" y="5368"/>
                    <a:pt x="37441" y="0"/>
                    <a:pt x="509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85341" y="3434965"/>
            <a:ext cx="1889213" cy="37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7"/>
              </a:lnSpc>
            </a:pPr>
            <a:r>
              <a:rPr lang="en-US" b="true" sz="21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$ 1,36 Billion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5341" y="3836365"/>
            <a:ext cx="1889213" cy="23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net assets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51092" y="3429343"/>
            <a:ext cx="1383415" cy="61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</a:pPr>
            <a:r>
              <a:rPr lang="en-US" b="true" sz="21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350+ Projects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12934" y="3449534"/>
            <a:ext cx="1621437" cy="61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</a:pPr>
            <a:r>
              <a:rPr lang="en-US" b="true" sz="21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500+ Employee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02389" y="5186854"/>
            <a:ext cx="1621437" cy="61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</a:pPr>
            <a:r>
              <a:rPr lang="en-US" b="true" sz="21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9.000 Clients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30483" y="5186854"/>
            <a:ext cx="2026209" cy="61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</a:pPr>
            <a:r>
              <a:rPr lang="en-US" b="true" sz="21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1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150+ Projects On Going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-5400000">
            <a:off x="6220009" y="2258568"/>
            <a:ext cx="7315200" cy="2798064"/>
          </a:xfrm>
          <a:custGeom>
            <a:avLst/>
            <a:gdLst/>
            <a:ahLst/>
            <a:cxnLst/>
            <a:rect r="r" b="b" t="t" l="l"/>
            <a:pathLst>
              <a:path h="2798064" w="7315200">
                <a:moveTo>
                  <a:pt x="7315200" y="0"/>
                </a:moveTo>
                <a:lnTo>
                  <a:pt x="0" y="0"/>
                </a:lnTo>
                <a:lnTo>
                  <a:pt x="0" y="2798064"/>
                </a:lnTo>
                <a:lnTo>
                  <a:pt x="7315200" y="279806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-5400000">
            <a:off x="-3781609" y="2264857"/>
            <a:ext cx="7315200" cy="2798064"/>
          </a:xfrm>
          <a:custGeom>
            <a:avLst/>
            <a:gdLst/>
            <a:ahLst/>
            <a:cxnLst/>
            <a:rect r="r" b="b" t="t" l="l"/>
            <a:pathLst>
              <a:path h="2798064" w="7315200">
                <a:moveTo>
                  <a:pt x="7315200" y="2798064"/>
                </a:moveTo>
                <a:lnTo>
                  <a:pt x="0" y="279806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79806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45492" y="-1019774"/>
            <a:ext cx="2052125" cy="2052125"/>
          </a:xfrm>
          <a:custGeom>
            <a:avLst/>
            <a:gdLst/>
            <a:ahLst/>
            <a:cxnLst/>
            <a:rect r="r" b="b" t="t" l="l"/>
            <a:pathLst>
              <a:path h="2052125" w="2052125">
                <a:moveTo>
                  <a:pt x="0" y="0"/>
                </a:moveTo>
                <a:lnTo>
                  <a:pt x="2052125" y="0"/>
                </a:lnTo>
                <a:lnTo>
                  <a:pt x="2052125" y="2052125"/>
                </a:lnTo>
                <a:lnTo>
                  <a:pt x="0" y="205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459077" y="6927413"/>
            <a:ext cx="1528250" cy="1528250"/>
          </a:xfrm>
          <a:custGeom>
            <a:avLst/>
            <a:gdLst/>
            <a:ahLst/>
            <a:cxnLst/>
            <a:rect r="r" b="b" t="t" l="l"/>
            <a:pathLst>
              <a:path h="1528250" w="1528250">
                <a:moveTo>
                  <a:pt x="0" y="0"/>
                </a:moveTo>
                <a:lnTo>
                  <a:pt x="1528251" y="0"/>
                </a:lnTo>
                <a:lnTo>
                  <a:pt x="1528251" y="1528250"/>
                </a:lnTo>
                <a:lnTo>
                  <a:pt x="0" y="152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5400000">
            <a:off x="8360952" y="-901875"/>
            <a:ext cx="490773" cy="2294523"/>
            <a:chOff x="0" y="0"/>
            <a:chExt cx="181768" cy="8498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1768" cy="849823"/>
            </a:xfrm>
            <a:custGeom>
              <a:avLst/>
              <a:gdLst/>
              <a:ahLst/>
              <a:cxnLst/>
              <a:rect r="r" b="b" t="t" l="l"/>
              <a:pathLst>
                <a:path h="849823" w="181768">
                  <a:moveTo>
                    <a:pt x="0" y="0"/>
                  </a:moveTo>
                  <a:lnTo>
                    <a:pt x="181768" y="0"/>
                  </a:lnTo>
                  <a:lnTo>
                    <a:pt x="181768" y="849823"/>
                  </a:lnTo>
                  <a:lnTo>
                    <a:pt x="0" y="849823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81768" cy="87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604151" y="6323262"/>
            <a:ext cx="410607" cy="1618909"/>
            <a:chOff x="0" y="0"/>
            <a:chExt cx="152077" cy="5995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077" cy="599596"/>
            </a:xfrm>
            <a:custGeom>
              <a:avLst/>
              <a:gdLst/>
              <a:ahLst/>
              <a:cxnLst/>
              <a:rect r="r" b="b" t="t" l="l"/>
              <a:pathLst>
                <a:path h="599596" w="152077">
                  <a:moveTo>
                    <a:pt x="0" y="0"/>
                  </a:moveTo>
                  <a:lnTo>
                    <a:pt x="152077" y="0"/>
                  </a:lnTo>
                  <a:lnTo>
                    <a:pt x="152077" y="599596"/>
                  </a:lnTo>
                  <a:lnTo>
                    <a:pt x="0" y="599596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52077" cy="628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6220009" y="2258568"/>
            <a:ext cx="7315200" cy="2798064"/>
          </a:xfrm>
          <a:custGeom>
            <a:avLst/>
            <a:gdLst/>
            <a:ahLst/>
            <a:cxnLst/>
            <a:rect r="r" b="b" t="t" l="l"/>
            <a:pathLst>
              <a:path h="2798064" w="7315200">
                <a:moveTo>
                  <a:pt x="7315200" y="0"/>
                </a:moveTo>
                <a:lnTo>
                  <a:pt x="0" y="0"/>
                </a:lnTo>
                <a:lnTo>
                  <a:pt x="0" y="2798064"/>
                </a:lnTo>
                <a:lnTo>
                  <a:pt x="7315200" y="279806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400000">
            <a:off x="-3781609" y="2264857"/>
            <a:ext cx="7315200" cy="2798064"/>
          </a:xfrm>
          <a:custGeom>
            <a:avLst/>
            <a:gdLst/>
            <a:ahLst/>
            <a:cxnLst/>
            <a:rect r="r" b="b" t="t" l="l"/>
            <a:pathLst>
              <a:path h="2798064" w="7315200">
                <a:moveTo>
                  <a:pt x="7315200" y="2798064"/>
                </a:moveTo>
                <a:lnTo>
                  <a:pt x="0" y="279806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79806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31520" y="2783942"/>
            <a:ext cx="2550534" cy="3387859"/>
            <a:chOff x="0" y="0"/>
            <a:chExt cx="1201754" cy="15962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1754" cy="1596282"/>
            </a:xfrm>
            <a:custGeom>
              <a:avLst/>
              <a:gdLst/>
              <a:ahLst/>
              <a:cxnLst/>
              <a:rect r="r" b="b" t="t" l="l"/>
              <a:pathLst>
                <a:path h="1596282" w="1201754">
                  <a:moveTo>
                    <a:pt x="48567" y="0"/>
                  </a:moveTo>
                  <a:lnTo>
                    <a:pt x="1153187" y="0"/>
                  </a:lnTo>
                  <a:cubicBezTo>
                    <a:pt x="1166068" y="0"/>
                    <a:pt x="1178421" y="5117"/>
                    <a:pt x="1187529" y="14225"/>
                  </a:cubicBezTo>
                  <a:cubicBezTo>
                    <a:pt x="1196637" y="23333"/>
                    <a:pt x="1201754" y="35686"/>
                    <a:pt x="1201754" y="48567"/>
                  </a:cubicBezTo>
                  <a:lnTo>
                    <a:pt x="1201754" y="1547716"/>
                  </a:lnTo>
                  <a:cubicBezTo>
                    <a:pt x="1201754" y="1560596"/>
                    <a:pt x="1196637" y="1572949"/>
                    <a:pt x="1187529" y="1582057"/>
                  </a:cubicBezTo>
                  <a:cubicBezTo>
                    <a:pt x="1178421" y="1591165"/>
                    <a:pt x="1166068" y="1596282"/>
                    <a:pt x="1153187" y="1596282"/>
                  </a:cubicBezTo>
                  <a:lnTo>
                    <a:pt x="48567" y="1596282"/>
                  </a:lnTo>
                  <a:cubicBezTo>
                    <a:pt x="35686" y="1596282"/>
                    <a:pt x="23333" y="1591165"/>
                    <a:pt x="14225" y="1582057"/>
                  </a:cubicBezTo>
                  <a:cubicBezTo>
                    <a:pt x="5117" y="1572949"/>
                    <a:pt x="0" y="1560596"/>
                    <a:pt x="0" y="1547716"/>
                  </a:cubicBezTo>
                  <a:lnTo>
                    <a:pt x="0" y="48567"/>
                  </a:lnTo>
                  <a:cubicBezTo>
                    <a:pt x="0" y="35686"/>
                    <a:pt x="5117" y="23333"/>
                    <a:pt x="14225" y="14225"/>
                  </a:cubicBezTo>
                  <a:cubicBezTo>
                    <a:pt x="23333" y="5117"/>
                    <a:pt x="35686" y="0"/>
                    <a:pt x="485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01533" y="2783942"/>
            <a:ext cx="2550534" cy="3387859"/>
            <a:chOff x="0" y="0"/>
            <a:chExt cx="1201754" cy="15962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1754" cy="1596282"/>
            </a:xfrm>
            <a:custGeom>
              <a:avLst/>
              <a:gdLst/>
              <a:ahLst/>
              <a:cxnLst/>
              <a:rect r="r" b="b" t="t" l="l"/>
              <a:pathLst>
                <a:path h="1596282" w="1201754">
                  <a:moveTo>
                    <a:pt x="48567" y="0"/>
                  </a:moveTo>
                  <a:lnTo>
                    <a:pt x="1153187" y="0"/>
                  </a:lnTo>
                  <a:cubicBezTo>
                    <a:pt x="1166068" y="0"/>
                    <a:pt x="1178421" y="5117"/>
                    <a:pt x="1187529" y="14225"/>
                  </a:cubicBezTo>
                  <a:cubicBezTo>
                    <a:pt x="1196637" y="23333"/>
                    <a:pt x="1201754" y="35686"/>
                    <a:pt x="1201754" y="48567"/>
                  </a:cubicBezTo>
                  <a:lnTo>
                    <a:pt x="1201754" y="1547716"/>
                  </a:lnTo>
                  <a:cubicBezTo>
                    <a:pt x="1201754" y="1560596"/>
                    <a:pt x="1196637" y="1572949"/>
                    <a:pt x="1187529" y="1582057"/>
                  </a:cubicBezTo>
                  <a:cubicBezTo>
                    <a:pt x="1178421" y="1591165"/>
                    <a:pt x="1166068" y="1596282"/>
                    <a:pt x="1153187" y="1596282"/>
                  </a:cubicBezTo>
                  <a:lnTo>
                    <a:pt x="48567" y="1596282"/>
                  </a:lnTo>
                  <a:cubicBezTo>
                    <a:pt x="35686" y="1596282"/>
                    <a:pt x="23333" y="1591165"/>
                    <a:pt x="14225" y="1582057"/>
                  </a:cubicBezTo>
                  <a:cubicBezTo>
                    <a:pt x="5117" y="1572949"/>
                    <a:pt x="0" y="1560596"/>
                    <a:pt x="0" y="1547716"/>
                  </a:cubicBezTo>
                  <a:lnTo>
                    <a:pt x="0" y="48567"/>
                  </a:lnTo>
                  <a:cubicBezTo>
                    <a:pt x="0" y="35686"/>
                    <a:pt x="5117" y="23333"/>
                    <a:pt x="14225" y="14225"/>
                  </a:cubicBezTo>
                  <a:cubicBezTo>
                    <a:pt x="23333" y="5117"/>
                    <a:pt x="35686" y="0"/>
                    <a:pt x="485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75917" y="2783942"/>
            <a:ext cx="2550534" cy="3387859"/>
            <a:chOff x="0" y="0"/>
            <a:chExt cx="1201754" cy="15962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1754" cy="1596282"/>
            </a:xfrm>
            <a:custGeom>
              <a:avLst/>
              <a:gdLst/>
              <a:ahLst/>
              <a:cxnLst/>
              <a:rect r="r" b="b" t="t" l="l"/>
              <a:pathLst>
                <a:path h="1596282" w="1201754">
                  <a:moveTo>
                    <a:pt x="48567" y="0"/>
                  </a:moveTo>
                  <a:lnTo>
                    <a:pt x="1153187" y="0"/>
                  </a:lnTo>
                  <a:cubicBezTo>
                    <a:pt x="1166068" y="0"/>
                    <a:pt x="1178421" y="5117"/>
                    <a:pt x="1187529" y="14225"/>
                  </a:cubicBezTo>
                  <a:cubicBezTo>
                    <a:pt x="1196637" y="23333"/>
                    <a:pt x="1201754" y="35686"/>
                    <a:pt x="1201754" y="48567"/>
                  </a:cubicBezTo>
                  <a:lnTo>
                    <a:pt x="1201754" y="1547716"/>
                  </a:lnTo>
                  <a:cubicBezTo>
                    <a:pt x="1201754" y="1560596"/>
                    <a:pt x="1196637" y="1572949"/>
                    <a:pt x="1187529" y="1582057"/>
                  </a:cubicBezTo>
                  <a:cubicBezTo>
                    <a:pt x="1178421" y="1591165"/>
                    <a:pt x="1166068" y="1596282"/>
                    <a:pt x="1153187" y="1596282"/>
                  </a:cubicBezTo>
                  <a:lnTo>
                    <a:pt x="48567" y="1596282"/>
                  </a:lnTo>
                  <a:cubicBezTo>
                    <a:pt x="35686" y="1596282"/>
                    <a:pt x="23333" y="1591165"/>
                    <a:pt x="14225" y="1582057"/>
                  </a:cubicBezTo>
                  <a:cubicBezTo>
                    <a:pt x="5117" y="1572949"/>
                    <a:pt x="0" y="1560596"/>
                    <a:pt x="0" y="1547716"/>
                  </a:cubicBezTo>
                  <a:lnTo>
                    <a:pt x="0" y="48567"/>
                  </a:lnTo>
                  <a:cubicBezTo>
                    <a:pt x="0" y="35686"/>
                    <a:pt x="5117" y="23333"/>
                    <a:pt x="14225" y="14225"/>
                  </a:cubicBezTo>
                  <a:cubicBezTo>
                    <a:pt x="23333" y="5117"/>
                    <a:pt x="35686" y="0"/>
                    <a:pt x="485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45492" y="-1019774"/>
            <a:ext cx="2052125" cy="2052125"/>
          </a:xfrm>
          <a:custGeom>
            <a:avLst/>
            <a:gdLst/>
            <a:ahLst/>
            <a:cxnLst/>
            <a:rect r="r" b="b" t="t" l="l"/>
            <a:pathLst>
              <a:path h="2052125" w="2052125">
                <a:moveTo>
                  <a:pt x="0" y="0"/>
                </a:moveTo>
                <a:lnTo>
                  <a:pt x="2052125" y="0"/>
                </a:lnTo>
                <a:lnTo>
                  <a:pt x="2052125" y="2052125"/>
                </a:lnTo>
                <a:lnTo>
                  <a:pt x="0" y="205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93247" y="6895701"/>
            <a:ext cx="1342800" cy="1342800"/>
          </a:xfrm>
          <a:custGeom>
            <a:avLst/>
            <a:gdLst/>
            <a:ahLst/>
            <a:cxnLst/>
            <a:rect r="r" b="b" t="t" l="l"/>
            <a:pathLst>
              <a:path h="1342800" w="1342800">
                <a:moveTo>
                  <a:pt x="0" y="0"/>
                </a:moveTo>
                <a:lnTo>
                  <a:pt x="1342801" y="0"/>
                </a:lnTo>
                <a:lnTo>
                  <a:pt x="1342801" y="1342800"/>
                </a:lnTo>
                <a:lnTo>
                  <a:pt x="0" y="1342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5984" y="3466453"/>
            <a:ext cx="1281607" cy="1310193"/>
          </a:xfrm>
          <a:custGeom>
            <a:avLst/>
            <a:gdLst/>
            <a:ahLst/>
            <a:cxnLst/>
            <a:rect r="r" b="b" t="t" l="l"/>
            <a:pathLst>
              <a:path h="1310193" w="1281607">
                <a:moveTo>
                  <a:pt x="0" y="0"/>
                </a:moveTo>
                <a:lnTo>
                  <a:pt x="1281606" y="0"/>
                </a:lnTo>
                <a:lnTo>
                  <a:pt x="1281606" y="1310193"/>
                </a:lnTo>
                <a:lnTo>
                  <a:pt x="0" y="1310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56551" y="3336148"/>
            <a:ext cx="1440497" cy="1440497"/>
          </a:xfrm>
          <a:custGeom>
            <a:avLst/>
            <a:gdLst/>
            <a:ahLst/>
            <a:cxnLst/>
            <a:rect r="r" b="b" t="t" l="l"/>
            <a:pathLst>
              <a:path h="1440497" w="1440497">
                <a:moveTo>
                  <a:pt x="0" y="0"/>
                </a:moveTo>
                <a:lnTo>
                  <a:pt x="1440498" y="0"/>
                </a:lnTo>
                <a:lnTo>
                  <a:pt x="1440498" y="1440498"/>
                </a:lnTo>
                <a:lnTo>
                  <a:pt x="0" y="14404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13437" y="3466453"/>
            <a:ext cx="1275495" cy="1440497"/>
          </a:xfrm>
          <a:custGeom>
            <a:avLst/>
            <a:gdLst/>
            <a:ahLst/>
            <a:cxnLst/>
            <a:rect r="r" b="b" t="t" l="l"/>
            <a:pathLst>
              <a:path h="1440497" w="1275495">
                <a:moveTo>
                  <a:pt x="0" y="0"/>
                </a:moveTo>
                <a:lnTo>
                  <a:pt x="1275495" y="0"/>
                </a:lnTo>
                <a:lnTo>
                  <a:pt x="1275495" y="1440497"/>
                </a:lnTo>
                <a:lnTo>
                  <a:pt x="0" y="1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64495" y="1248174"/>
            <a:ext cx="482461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STRATEGY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7221" y="5104386"/>
            <a:ext cx="223913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 in customer network expansion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18863" y="5104386"/>
            <a:ext cx="2115874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Roll out the technology platform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93247" y="5228211"/>
            <a:ext cx="2115874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 more product</a:t>
            </a:r>
          </a:p>
        </p:txBody>
      </p:sp>
      <p:grpSp>
        <p:nvGrpSpPr>
          <p:cNvPr name="Group 20" id="20"/>
          <p:cNvGrpSpPr/>
          <p:nvPr/>
        </p:nvGrpSpPr>
        <p:grpSpPr>
          <a:xfrm rot="-5400000">
            <a:off x="7633803" y="-901875"/>
            <a:ext cx="490773" cy="2294523"/>
            <a:chOff x="0" y="0"/>
            <a:chExt cx="181768" cy="8498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1768" cy="849823"/>
            </a:xfrm>
            <a:custGeom>
              <a:avLst/>
              <a:gdLst/>
              <a:ahLst/>
              <a:cxnLst/>
              <a:rect r="r" b="b" t="t" l="l"/>
              <a:pathLst>
                <a:path h="849823" w="181768">
                  <a:moveTo>
                    <a:pt x="0" y="0"/>
                  </a:moveTo>
                  <a:lnTo>
                    <a:pt x="181768" y="0"/>
                  </a:lnTo>
                  <a:lnTo>
                    <a:pt x="181768" y="849823"/>
                  </a:lnTo>
                  <a:lnTo>
                    <a:pt x="0" y="849823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81768" cy="87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6690126">
            <a:off x="5624034" y="425073"/>
            <a:ext cx="8703931" cy="5374678"/>
          </a:xfrm>
          <a:custGeom>
            <a:avLst/>
            <a:gdLst/>
            <a:ahLst/>
            <a:cxnLst/>
            <a:rect r="r" b="b" t="t" l="l"/>
            <a:pathLst>
              <a:path h="5374678" w="8703931">
                <a:moveTo>
                  <a:pt x="8703931" y="0"/>
                </a:moveTo>
                <a:lnTo>
                  <a:pt x="0" y="0"/>
                </a:lnTo>
                <a:lnTo>
                  <a:pt x="0" y="5374677"/>
                </a:lnTo>
                <a:lnTo>
                  <a:pt x="8703931" y="5374677"/>
                </a:lnTo>
                <a:lnTo>
                  <a:pt x="870393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613912" y="800544"/>
            <a:ext cx="4855387" cy="1433618"/>
            <a:chOff x="0" y="0"/>
            <a:chExt cx="1995186" cy="5891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5186" cy="589105"/>
            </a:xfrm>
            <a:custGeom>
              <a:avLst/>
              <a:gdLst/>
              <a:ahLst/>
              <a:cxnLst/>
              <a:rect r="r" b="b" t="t" l="l"/>
              <a:pathLst>
                <a:path h="589105" w="1995186">
                  <a:moveTo>
                    <a:pt x="57402" y="0"/>
                  </a:moveTo>
                  <a:lnTo>
                    <a:pt x="1937784" y="0"/>
                  </a:lnTo>
                  <a:cubicBezTo>
                    <a:pt x="1969486" y="0"/>
                    <a:pt x="1995186" y="25700"/>
                    <a:pt x="1995186" y="57402"/>
                  </a:cubicBezTo>
                  <a:lnTo>
                    <a:pt x="1995186" y="531703"/>
                  </a:lnTo>
                  <a:cubicBezTo>
                    <a:pt x="1995186" y="546927"/>
                    <a:pt x="1989138" y="561528"/>
                    <a:pt x="1978373" y="572293"/>
                  </a:cubicBezTo>
                  <a:cubicBezTo>
                    <a:pt x="1967609" y="583058"/>
                    <a:pt x="1953008" y="589105"/>
                    <a:pt x="1937784" y="589105"/>
                  </a:cubicBezTo>
                  <a:lnTo>
                    <a:pt x="57402" y="589105"/>
                  </a:lnTo>
                  <a:cubicBezTo>
                    <a:pt x="42178" y="589105"/>
                    <a:pt x="27578" y="583058"/>
                    <a:pt x="16813" y="572293"/>
                  </a:cubicBezTo>
                  <a:cubicBezTo>
                    <a:pt x="6048" y="561528"/>
                    <a:pt x="0" y="546927"/>
                    <a:pt x="0" y="531703"/>
                  </a:cubicBezTo>
                  <a:lnTo>
                    <a:pt x="0" y="57402"/>
                  </a:lnTo>
                  <a:cubicBezTo>
                    <a:pt x="0" y="42178"/>
                    <a:pt x="6048" y="27578"/>
                    <a:pt x="16813" y="16813"/>
                  </a:cubicBezTo>
                  <a:cubicBezTo>
                    <a:pt x="27578" y="6048"/>
                    <a:pt x="42178" y="0"/>
                    <a:pt x="574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995186" cy="617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49709" y="597669"/>
            <a:ext cx="1839367" cy="18393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3244" t="-28634" r="-49733" b="-11533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1520" y="2244715"/>
            <a:ext cx="2842948" cy="271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MEET OUR TEAM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98213" y="2941195"/>
            <a:ext cx="5980523" cy="1433618"/>
            <a:chOff x="0" y="0"/>
            <a:chExt cx="2457530" cy="589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57529" cy="589105"/>
            </a:xfrm>
            <a:custGeom>
              <a:avLst/>
              <a:gdLst/>
              <a:ahLst/>
              <a:cxnLst/>
              <a:rect r="r" b="b" t="t" l="l"/>
              <a:pathLst>
                <a:path h="589105" w="2457529">
                  <a:moveTo>
                    <a:pt x="46603" y="0"/>
                  </a:moveTo>
                  <a:lnTo>
                    <a:pt x="2410927" y="0"/>
                  </a:lnTo>
                  <a:cubicBezTo>
                    <a:pt x="2436665" y="0"/>
                    <a:pt x="2457529" y="20865"/>
                    <a:pt x="2457529" y="46603"/>
                  </a:cubicBezTo>
                  <a:lnTo>
                    <a:pt x="2457529" y="542503"/>
                  </a:lnTo>
                  <a:cubicBezTo>
                    <a:pt x="2457529" y="568241"/>
                    <a:pt x="2436665" y="589105"/>
                    <a:pt x="2410927" y="589105"/>
                  </a:cubicBezTo>
                  <a:lnTo>
                    <a:pt x="46603" y="589105"/>
                  </a:lnTo>
                  <a:cubicBezTo>
                    <a:pt x="20865" y="589105"/>
                    <a:pt x="0" y="568241"/>
                    <a:pt x="0" y="542503"/>
                  </a:cubicBezTo>
                  <a:lnTo>
                    <a:pt x="0" y="46603"/>
                  </a:lnTo>
                  <a:cubicBezTo>
                    <a:pt x="0" y="20865"/>
                    <a:pt x="20865" y="0"/>
                    <a:pt x="466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457530" cy="617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234010" y="2738321"/>
            <a:ext cx="1839367" cy="183936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87405" t="-9308" r="-90943" b="-7648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613912" y="5081038"/>
            <a:ext cx="4855387" cy="1433618"/>
            <a:chOff x="0" y="0"/>
            <a:chExt cx="1995186" cy="5891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5186" cy="589105"/>
            </a:xfrm>
            <a:custGeom>
              <a:avLst/>
              <a:gdLst/>
              <a:ahLst/>
              <a:cxnLst/>
              <a:rect r="r" b="b" t="t" l="l"/>
              <a:pathLst>
                <a:path h="589105" w="1995186">
                  <a:moveTo>
                    <a:pt x="57402" y="0"/>
                  </a:moveTo>
                  <a:lnTo>
                    <a:pt x="1937784" y="0"/>
                  </a:lnTo>
                  <a:cubicBezTo>
                    <a:pt x="1969486" y="0"/>
                    <a:pt x="1995186" y="25700"/>
                    <a:pt x="1995186" y="57402"/>
                  </a:cubicBezTo>
                  <a:lnTo>
                    <a:pt x="1995186" y="531703"/>
                  </a:lnTo>
                  <a:cubicBezTo>
                    <a:pt x="1995186" y="546927"/>
                    <a:pt x="1989138" y="561528"/>
                    <a:pt x="1978373" y="572293"/>
                  </a:cubicBezTo>
                  <a:cubicBezTo>
                    <a:pt x="1967609" y="583058"/>
                    <a:pt x="1953008" y="589105"/>
                    <a:pt x="1937784" y="589105"/>
                  </a:cubicBezTo>
                  <a:lnTo>
                    <a:pt x="57402" y="589105"/>
                  </a:lnTo>
                  <a:cubicBezTo>
                    <a:pt x="42178" y="589105"/>
                    <a:pt x="27578" y="583058"/>
                    <a:pt x="16813" y="572293"/>
                  </a:cubicBezTo>
                  <a:cubicBezTo>
                    <a:pt x="6048" y="561528"/>
                    <a:pt x="0" y="546927"/>
                    <a:pt x="0" y="531703"/>
                  </a:cubicBezTo>
                  <a:lnTo>
                    <a:pt x="0" y="57402"/>
                  </a:lnTo>
                  <a:cubicBezTo>
                    <a:pt x="0" y="42178"/>
                    <a:pt x="6048" y="27578"/>
                    <a:pt x="16813" y="16813"/>
                  </a:cubicBezTo>
                  <a:cubicBezTo>
                    <a:pt x="27578" y="6048"/>
                    <a:pt x="42178" y="0"/>
                    <a:pt x="574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995186" cy="617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949709" y="4878164"/>
            <a:ext cx="1839367" cy="183936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1467" r="0" b="-25753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true" rot="-6690126">
            <a:off x="-6433286" y="2393700"/>
            <a:ext cx="8703931" cy="5374678"/>
          </a:xfrm>
          <a:custGeom>
            <a:avLst/>
            <a:gdLst/>
            <a:ahLst/>
            <a:cxnLst/>
            <a:rect r="r" b="b" t="t" l="l"/>
            <a:pathLst>
              <a:path h="5374678" w="8703931">
                <a:moveTo>
                  <a:pt x="0" y="5374677"/>
                </a:moveTo>
                <a:lnTo>
                  <a:pt x="8703931" y="5374677"/>
                </a:lnTo>
                <a:lnTo>
                  <a:pt x="8703931" y="0"/>
                </a:lnTo>
                <a:lnTo>
                  <a:pt x="0" y="0"/>
                </a:lnTo>
                <a:lnTo>
                  <a:pt x="0" y="537467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12958" y="-1026063"/>
            <a:ext cx="2052125" cy="2052125"/>
          </a:xfrm>
          <a:custGeom>
            <a:avLst/>
            <a:gdLst/>
            <a:ahLst/>
            <a:cxnLst/>
            <a:rect r="r" b="b" t="t" l="l"/>
            <a:pathLst>
              <a:path h="2052125" w="2052125">
                <a:moveTo>
                  <a:pt x="0" y="0"/>
                </a:moveTo>
                <a:lnTo>
                  <a:pt x="2052125" y="0"/>
                </a:lnTo>
                <a:lnTo>
                  <a:pt x="2052125" y="2052126"/>
                </a:lnTo>
                <a:lnTo>
                  <a:pt x="0" y="20521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255344" y="6752884"/>
            <a:ext cx="1124631" cy="1124631"/>
          </a:xfrm>
          <a:custGeom>
            <a:avLst/>
            <a:gdLst/>
            <a:ahLst/>
            <a:cxnLst/>
            <a:rect r="r" b="b" t="t" l="l"/>
            <a:pathLst>
              <a:path h="1124631" w="1124631">
                <a:moveTo>
                  <a:pt x="0" y="0"/>
                </a:moveTo>
                <a:lnTo>
                  <a:pt x="1124631" y="0"/>
                </a:lnTo>
                <a:lnTo>
                  <a:pt x="1124631" y="1124632"/>
                </a:lnTo>
                <a:lnTo>
                  <a:pt x="0" y="11246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0" y="-60361"/>
            <a:ext cx="490773" cy="2294523"/>
            <a:chOff x="0" y="0"/>
            <a:chExt cx="181768" cy="8498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1768" cy="849823"/>
            </a:xfrm>
            <a:custGeom>
              <a:avLst/>
              <a:gdLst/>
              <a:ahLst/>
              <a:cxnLst/>
              <a:rect r="r" b="b" t="t" l="l"/>
              <a:pathLst>
                <a:path h="849823" w="181768">
                  <a:moveTo>
                    <a:pt x="0" y="0"/>
                  </a:moveTo>
                  <a:lnTo>
                    <a:pt x="181768" y="0"/>
                  </a:lnTo>
                  <a:lnTo>
                    <a:pt x="181768" y="849823"/>
                  </a:lnTo>
                  <a:lnTo>
                    <a:pt x="0" y="849823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81768" cy="87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75212" y="1182086"/>
            <a:ext cx="1889213" cy="37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13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Aaron Loeb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75212" y="1586905"/>
            <a:ext cx="2507918" cy="27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manager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59513" y="3322737"/>
            <a:ext cx="1889213" cy="37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13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Cahaya Dewi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59513" y="3727557"/>
            <a:ext cx="2507918" cy="27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Head of marketing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75212" y="5462580"/>
            <a:ext cx="2447131" cy="37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13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Daniel Gallego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75212" y="5940188"/>
            <a:ext cx="2573761" cy="27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 Digital Creative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520" y="904984"/>
            <a:ext cx="2052125" cy="2052125"/>
          </a:xfrm>
          <a:custGeom>
            <a:avLst/>
            <a:gdLst/>
            <a:ahLst/>
            <a:cxnLst/>
            <a:rect r="r" b="b" t="t" l="l"/>
            <a:pathLst>
              <a:path h="2052125" w="2052125">
                <a:moveTo>
                  <a:pt x="0" y="0"/>
                </a:moveTo>
                <a:lnTo>
                  <a:pt x="2052125" y="0"/>
                </a:lnTo>
                <a:lnTo>
                  <a:pt x="2052125" y="2052126"/>
                </a:lnTo>
                <a:lnTo>
                  <a:pt x="0" y="2052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7841" y="5081848"/>
            <a:ext cx="1196044" cy="1196044"/>
          </a:xfrm>
          <a:custGeom>
            <a:avLst/>
            <a:gdLst/>
            <a:ahLst/>
            <a:cxnLst/>
            <a:rect r="r" b="b" t="t" l="l"/>
            <a:pathLst>
              <a:path h="1196044" w="1196044">
                <a:moveTo>
                  <a:pt x="0" y="0"/>
                </a:moveTo>
                <a:lnTo>
                  <a:pt x="1196044" y="0"/>
                </a:lnTo>
                <a:lnTo>
                  <a:pt x="1196044" y="1196044"/>
                </a:lnTo>
                <a:lnTo>
                  <a:pt x="0" y="11960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7281443">
            <a:off x="-4816785" y="3896341"/>
            <a:ext cx="8703931" cy="5374678"/>
          </a:xfrm>
          <a:custGeom>
            <a:avLst/>
            <a:gdLst/>
            <a:ahLst/>
            <a:cxnLst/>
            <a:rect r="r" b="b" t="t" l="l"/>
            <a:pathLst>
              <a:path h="5374678" w="8703931">
                <a:moveTo>
                  <a:pt x="0" y="5374678"/>
                </a:moveTo>
                <a:lnTo>
                  <a:pt x="8703931" y="5374678"/>
                </a:lnTo>
                <a:lnTo>
                  <a:pt x="8703931" y="0"/>
                </a:lnTo>
                <a:lnTo>
                  <a:pt x="0" y="0"/>
                </a:lnTo>
                <a:lnTo>
                  <a:pt x="0" y="5374678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34924" y="1453120"/>
            <a:ext cx="6483752" cy="4408961"/>
            <a:chOff x="0" y="0"/>
            <a:chExt cx="1415322" cy="9624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5322" cy="962421"/>
            </a:xfrm>
            <a:custGeom>
              <a:avLst/>
              <a:gdLst/>
              <a:ahLst/>
              <a:cxnLst/>
              <a:rect r="r" b="b" t="t" l="l"/>
              <a:pathLst>
                <a:path h="962421" w="1415322">
                  <a:moveTo>
                    <a:pt x="19105" y="0"/>
                  </a:moveTo>
                  <a:lnTo>
                    <a:pt x="1396217" y="0"/>
                  </a:lnTo>
                  <a:cubicBezTo>
                    <a:pt x="1406768" y="0"/>
                    <a:pt x="1415322" y="8554"/>
                    <a:pt x="1415322" y="19105"/>
                  </a:cubicBezTo>
                  <a:lnTo>
                    <a:pt x="1415322" y="943316"/>
                  </a:lnTo>
                  <a:cubicBezTo>
                    <a:pt x="1415322" y="948383"/>
                    <a:pt x="1413309" y="953242"/>
                    <a:pt x="1409726" y="956825"/>
                  </a:cubicBezTo>
                  <a:cubicBezTo>
                    <a:pt x="1406143" y="960408"/>
                    <a:pt x="1401284" y="962421"/>
                    <a:pt x="1396217" y="962421"/>
                  </a:cubicBezTo>
                  <a:lnTo>
                    <a:pt x="19105" y="962421"/>
                  </a:lnTo>
                  <a:cubicBezTo>
                    <a:pt x="8554" y="962421"/>
                    <a:pt x="0" y="953867"/>
                    <a:pt x="0" y="943316"/>
                  </a:cubicBezTo>
                  <a:lnTo>
                    <a:pt x="0" y="19105"/>
                  </a:lnTo>
                  <a:cubicBezTo>
                    <a:pt x="0" y="8554"/>
                    <a:pt x="8554" y="0"/>
                    <a:pt x="191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24981" y="2604685"/>
            <a:ext cx="5503639" cy="80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16720" y="3590925"/>
            <a:ext cx="4320160" cy="126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Hopefully, this year's report can make our company even better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-7281443">
            <a:off x="5401634" y="-1218391"/>
            <a:ext cx="8703931" cy="5374678"/>
          </a:xfrm>
          <a:custGeom>
            <a:avLst/>
            <a:gdLst/>
            <a:ahLst/>
            <a:cxnLst/>
            <a:rect r="r" b="b" t="t" l="l"/>
            <a:pathLst>
              <a:path h="5374678" w="8703931">
                <a:moveTo>
                  <a:pt x="8703932" y="0"/>
                </a:moveTo>
                <a:lnTo>
                  <a:pt x="0" y="0"/>
                </a:lnTo>
                <a:lnTo>
                  <a:pt x="0" y="5374678"/>
                </a:lnTo>
                <a:lnTo>
                  <a:pt x="8703932" y="5374678"/>
                </a:lnTo>
                <a:lnTo>
                  <a:pt x="870393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5400000">
            <a:off x="6785420" y="5916479"/>
            <a:ext cx="502920" cy="2294523"/>
            <a:chOff x="0" y="0"/>
            <a:chExt cx="186267" cy="849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267" cy="849823"/>
            </a:xfrm>
            <a:custGeom>
              <a:avLst/>
              <a:gdLst/>
              <a:ahLst/>
              <a:cxnLst/>
              <a:rect r="r" b="b" t="t" l="l"/>
              <a:pathLst>
                <a:path h="849823" w="186267">
                  <a:moveTo>
                    <a:pt x="0" y="0"/>
                  </a:moveTo>
                  <a:lnTo>
                    <a:pt x="186267" y="0"/>
                  </a:lnTo>
                  <a:lnTo>
                    <a:pt x="186267" y="849823"/>
                  </a:lnTo>
                  <a:lnTo>
                    <a:pt x="0" y="849823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6267" cy="87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DAHX9g3UxNI</dc:identifier>
  <dcterms:modified xsi:type="dcterms:W3CDTF">2011-08-01T06:04:30Z</dcterms:modified>
  <cp:revision>1</cp:revision>
</cp:coreProperties>
</file>